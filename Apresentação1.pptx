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8359" autoAdjust="0"/>
    <p:restoredTop sz="94660"/>
  </p:normalViewPr>
  <p:slideViewPr>
    <p:cSldViewPr snapToGrid="0">
      <p:cViewPr varScale="1">
        <p:scale>
          <a:sx n="73" d="100"/>
          <a:sy n="73" d="100"/>
        </p:scale>
        <p:origin x="656" y="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C17F74A-9301-EED7-4D00-E3D2D8E047B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494F03D7-7223-8184-0348-293C412281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C5E18600-8BA8-8E3E-E110-5FC07CED51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7F1EB4-B89D-493B-8932-2B9240023285}" type="datetimeFigureOut">
              <a:rPr lang="pt-BR" smtClean="0"/>
              <a:t>25/06/2026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46A5DE3F-8CBE-9EE1-3861-52261E39F7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0EC749D6-1638-15E6-78FF-10BD95E7FD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458879-A02E-44A3-9180-574A57AA7B6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4837258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0CBF06B-8CF6-1D8D-DAA8-59D618C20A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33D3A97E-7C12-963D-CC5F-8E7A9A33DBA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6F7BBC10-E419-52F1-B50A-70B60E2843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7F1EB4-B89D-493B-8932-2B9240023285}" type="datetimeFigureOut">
              <a:rPr lang="pt-BR" smtClean="0"/>
              <a:t>25/06/2026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04145DF4-BA27-3FD8-31E8-CA52E3331E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78D6307A-E9C6-7C1D-9BD7-6E9F47AF9F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458879-A02E-44A3-9180-574A57AA7B6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69243858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78EACF3-1A5A-6141-12AC-EA0F27B847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3D50615E-C3A1-9F9D-282E-B6A546CCF2C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DC812048-8B83-7FC4-E819-CA7769538A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7F1EB4-B89D-493B-8932-2B9240023285}" type="datetimeFigureOut">
              <a:rPr lang="pt-BR" smtClean="0"/>
              <a:t>25/06/2026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6BF2A555-A0EA-0635-FB9D-76EDE41BC3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9DC489FD-C37F-24B6-34ED-F7C7F61717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458879-A02E-44A3-9180-574A57AA7B6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57801979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80777F5-DCFD-3374-A568-FA336EEC7E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972BC0D3-A31D-5813-B05A-BE4E633F938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2EFDE4D4-0B1D-A469-FE36-1FF0956186D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BA0F04BB-EA7B-0210-C214-39AF31F44A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7F1EB4-B89D-493B-8932-2B9240023285}" type="datetimeFigureOut">
              <a:rPr lang="pt-BR" smtClean="0"/>
              <a:t>25/06/2026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5A741FF3-C0A6-E84D-DF05-4D151D05E0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11BE0517-BF69-EDF9-5D2C-1AEF9DA8F7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458879-A02E-44A3-9180-574A57AA7B6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5595425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9F0017E-28D3-6364-B521-118953780E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FBF8B75E-9A13-A8DC-4ACE-B6C9B23A59D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3E4EA43B-F264-9098-C289-237C225007A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3BA3BEA7-5519-E0FC-FFCA-C1FB7FEFDAF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46822620-D89E-143B-B8A3-B4524C94047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B05711DE-781C-A6F4-5F95-7FDD2CB903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7F1EB4-B89D-493B-8932-2B9240023285}" type="datetimeFigureOut">
              <a:rPr lang="pt-BR" smtClean="0"/>
              <a:t>25/06/2026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71EA6F53-5861-37D2-1C3A-926BEEE71F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82CA1F6F-A9A1-8843-0648-63575E7601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458879-A02E-44A3-9180-574A57AA7B6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86653424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459B1C3-2268-F54D-A5E0-FC65E41311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80A02381-7131-B3EC-BD7D-95618FC834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7F1EB4-B89D-493B-8932-2B9240023285}" type="datetimeFigureOut">
              <a:rPr lang="pt-BR" smtClean="0"/>
              <a:t>25/06/2026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2D637493-06AA-AC83-11D1-C1E9529353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5358ADB8-E3E2-6D17-9DC0-C65D117407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458879-A02E-44A3-9180-574A57AA7B6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1187606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BD1852B0-CA5C-3603-D8FC-74DD85EE95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7F1EB4-B89D-493B-8932-2B9240023285}" type="datetimeFigureOut">
              <a:rPr lang="pt-BR" smtClean="0"/>
              <a:t>25/06/2026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B7EB33BD-A8A8-034B-71E9-8EF2B7AB06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9970EB6D-1E30-B15D-AD42-A87B6F5558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458879-A02E-44A3-9180-574A57AA7B6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77884003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EBCB89B-0BE6-3916-8836-C9AE6A1699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A4C2EED7-2115-3885-6AA7-52AA4C4D321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155E2B2E-3066-41F7-2A6C-2C44F2D4642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78D9DE50-A59C-8658-46CC-B4712E750F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7F1EB4-B89D-493B-8932-2B9240023285}" type="datetimeFigureOut">
              <a:rPr lang="pt-BR" smtClean="0"/>
              <a:t>25/06/2026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443E1CA0-4A78-4265-8B29-55C20C2627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FDBF78A7-683C-8C82-CC26-7EC2F08BA5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458879-A02E-44A3-9180-574A57AA7B6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36823567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44BA9B0-A128-6C90-7997-D84877508A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53BE509B-FC65-8497-C960-44FFF2AAFCD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CB308278-CBED-92EC-31A1-6643EF41A85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0CD43994-885F-416A-968D-A0D232D09F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7F1EB4-B89D-493B-8932-2B9240023285}" type="datetimeFigureOut">
              <a:rPr lang="pt-BR" smtClean="0"/>
              <a:t>25/06/2026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682E359C-C4EA-282F-84AA-4577A36656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2F6046F7-87BA-46E1-17DF-3819B8E4D5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458879-A02E-44A3-9180-574A57AA7B6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7722393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655BCC4-5C32-08B5-095D-A636A7A2C5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0EA86D1B-695A-63CC-FC71-8575217E97C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12E0602F-3762-40E9-B5F4-28EC4DC552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7F1EB4-B89D-493B-8932-2B9240023285}" type="datetimeFigureOut">
              <a:rPr lang="pt-BR" smtClean="0"/>
              <a:t>25/06/2026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8FA04C54-DEE6-278F-2F78-ED76DE08D0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913933A3-3C41-A1FF-EF97-851C8CC29B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458879-A02E-44A3-9180-574A57AA7B6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06957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06A009F7-13C9-B99E-345B-665F17D401C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957EC7D0-CF4A-1D46-AC2E-07F97A016BD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C45B3560-F8C4-4A64-4B31-5EC3B78A9E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7F1EB4-B89D-493B-8932-2B9240023285}" type="datetimeFigureOut">
              <a:rPr lang="pt-BR" smtClean="0"/>
              <a:t>25/06/2026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DB702026-32B7-354F-3FF4-1CAD7BF4AC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67FCEC4B-EEFA-5B41-C8F7-4ACF24B49D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458879-A02E-44A3-9180-574A57AA7B6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6223096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6AEFCEB5-0E1D-A58D-D7B4-FB510B8E67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13C9B596-4FC2-E813-CDC9-185401F99C8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74D0F17B-60B2-14F6-D0C9-FF8F9F7FB9E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A7F1EB4-B89D-493B-8932-2B9240023285}" type="datetimeFigureOut">
              <a:rPr lang="pt-BR" smtClean="0"/>
              <a:t>25/06/2026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C5B44E99-CD8B-F6A9-1CDB-F77DA7E8DAB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220A26EE-6A61-BF52-CB40-B815B850080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F458879-A02E-44A3-9180-574A57AA7B6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2692461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m 4">
            <a:extLst>
              <a:ext uri="{FF2B5EF4-FFF2-40B4-BE49-F238E27FC236}">
                <a16:creationId xmlns:a16="http://schemas.microsoft.com/office/drawing/2014/main" id="{5EB303F1-BEF4-74EA-C54E-B6A506966D31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6607" y="346276"/>
            <a:ext cx="10328479" cy="5896334"/>
          </a:xfrm>
          <a:prstGeom prst="rect">
            <a:avLst/>
          </a:prstGeom>
        </p:spPr>
      </p:pic>
      <p:sp>
        <p:nvSpPr>
          <p:cNvPr id="6" name="Retângulo 5">
            <a:extLst>
              <a:ext uri="{FF2B5EF4-FFF2-40B4-BE49-F238E27FC236}">
                <a16:creationId xmlns:a16="http://schemas.microsoft.com/office/drawing/2014/main" id="{26B7D987-596C-C171-9DCE-716943BDBA13}"/>
              </a:ext>
            </a:extLst>
          </p:cNvPr>
          <p:cNvSpPr/>
          <p:nvPr/>
        </p:nvSpPr>
        <p:spPr>
          <a:xfrm>
            <a:off x="522514" y="740229"/>
            <a:ext cx="10110652" cy="5502381"/>
          </a:xfrm>
          <a:prstGeom prst="rect">
            <a:avLst/>
          </a:prstGeom>
          <a:noFill/>
          <a:ln w="28575">
            <a:solidFill>
              <a:schemeClr val="tx1"/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7" name="Retângulo 6">
            <a:extLst>
              <a:ext uri="{FF2B5EF4-FFF2-40B4-BE49-F238E27FC236}">
                <a16:creationId xmlns:a16="http://schemas.microsoft.com/office/drawing/2014/main" id="{2C25E0FB-5CBC-5DB4-49CE-831E996963EA}"/>
              </a:ext>
            </a:extLst>
          </p:cNvPr>
          <p:cNvSpPr/>
          <p:nvPr/>
        </p:nvSpPr>
        <p:spPr>
          <a:xfrm>
            <a:off x="592183" y="892630"/>
            <a:ext cx="9936480" cy="953588"/>
          </a:xfrm>
          <a:prstGeom prst="rect">
            <a:avLst/>
          </a:prstGeom>
          <a:noFill/>
          <a:ln>
            <a:solidFill>
              <a:srgbClr val="FF0000"/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8" name="Retângulo 7">
            <a:extLst>
              <a:ext uri="{FF2B5EF4-FFF2-40B4-BE49-F238E27FC236}">
                <a16:creationId xmlns:a16="http://schemas.microsoft.com/office/drawing/2014/main" id="{CD1676E6-0281-7A64-F4CB-34E9F9514648}"/>
              </a:ext>
            </a:extLst>
          </p:cNvPr>
          <p:cNvSpPr/>
          <p:nvPr/>
        </p:nvSpPr>
        <p:spPr>
          <a:xfrm>
            <a:off x="849086" y="984070"/>
            <a:ext cx="1301931" cy="705393"/>
          </a:xfrm>
          <a:prstGeom prst="rect">
            <a:avLst/>
          </a:prstGeom>
          <a:noFill/>
          <a:ln>
            <a:solidFill>
              <a:schemeClr val="accent6"/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9" name="Retângulo 8">
            <a:extLst>
              <a:ext uri="{FF2B5EF4-FFF2-40B4-BE49-F238E27FC236}">
                <a16:creationId xmlns:a16="http://schemas.microsoft.com/office/drawing/2014/main" id="{1450C6C8-521D-D8E2-46DB-9A27A41836C8}"/>
              </a:ext>
            </a:extLst>
          </p:cNvPr>
          <p:cNvSpPr/>
          <p:nvPr/>
        </p:nvSpPr>
        <p:spPr>
          <a:xfrm>
            <a:off x="5164182" y="1016728"/>
            <a:ext cx="5085805" cy="672736"/>
          </a:xfrm>
          <a:prstGeom prst="rect">
            <a:avLst/>
          </a:prstGeom>
          <a:noFill/>
          <a:ln>
            <a:solidFill>
              <a:schemeClr val="accent6"/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1" name="Retângulo 10">
            <a:extLst>
              <a:ext uri="{FF2B5EF4-FFF2-40B4-BE49-F238E27FC236}">
                <a16:creationId xmlns:a16="http://schemas.microsoft.com/office/drawing/2014/main" id="{7A41162F-A296-0324-4F08-08EF8FEB7BD5}"/>
              </a:ext>
            </a:extLst>
          </p:cNvPr>
          <p:cNvSpPr/>
          <p:nvPr/>
        </p:nvSpPr>
        <p:spPr>
          <a:xfrm>
            <a:off x="592183" y="1998619"/>
            <a:ext cx="9936480" cy="4027712"/>
          </a:xfrm>
          <a:prstGeom prst="rect">
            <a:avLst/>
          </a:prstGeom>
          <a:noFill/>
          <a:ln>
            <a:solidFill>
              <a:srgbClr val="0070C0"/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6" name="Retângulo 15">
            <a:extLst>
              <a:ext uri="{FF2B5EF4-FFF2-40B4-BE49-F238E27FC236}">
                <a16:creationId xmlns:a16="http://schemas.microsoft.com/office/drawing/2014/main" id="{0EDBA18E-1E82-D4F0-A945-B2FF2D8E8076}"/>
              </a:ext>
            </a:extLst>
          </p:cNvPr>
          <p:cNvSpPr/>
          <p:nvPr/>
        </p:nvSpPr>
        <p:spPr>
          <a:xfrm>
            <a:off x="696686" y="2083416"/>
            <a:ext cx="9692640" cy="3594573"/>
          </a:xfrm>
          <a:prstGeom prst="rect">
            <a:avLst/>
          </a:prstGeom>
          <a:noFill/>
          <a:ln>
            <a:solidFill>
              <a:schemeClr val="accent6"/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grpSp>
        <p:nvGrpSpPr>
          <p:cNvPr id="20" name="Agrupar 19">
            <a:extLst>
              <a:ext uri="{FF2B5EF4-FFF2-40B4-BE49-F238E27FC236}">
                <a16:creationId xmlns:a16="http://schemas.microsoft.com/office/drawing/2014/main" id="{195685CB-8937-4DEE-3520-179C168D82B5}"/>
              </a:ext>
            </a:extLst>
          </p:cNvPr>
          <p:cNvGrpSpPr/>
          <p:nvPr/>
        </p:nvGrpSpPr>
        <p:grpSpPr>
          <a:xfrm>
            <a:off x="849086" y="2149428"/>
            <a:ext cx="4637314" cy="3328264"/>
            <a:chOff x="957943" y="2149428"/>
            <a:chExt cx="4328160" cy="3328264"/>
          </a:xfrm>
        </p:grpSpPr>
        <p:sp>
          <p:nvSpPr>
            <p:cNvPr id="18" name="CaixaDeTexto 17">
              <a:extLst>
                <a:ext uri="{FF2B5EF4-FFF2-40B4-BE49-F238E27FC236}">
                  <a16:creationId xmlns:a16="http://schemas.microsoft.com/office/drawing/2014/main" id="{09CBC210-DC27-AF62-4A5D-671E94FF282C}"/>
                </a:ext>
              </a:extLst>
            </p:cNvPr>
            <p:cNvSpPr txBox="1"/>
            <p:nvPr/>
          </p:nvSpPr>
          <p:spPr>
            <a:xfrm>
              <a:off x="1355521" y="2149428"/>
              <a:ext cx="3361622" cy="27315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>
                <a:lnSpc>
                  <a:spcPts val="1425"/>
                </a:lnSpc>
                <a:buNone/>
              </a:pPr>
              <a:r>
                <a:rPr lang="pt-BR" sz="1400" b="0" dirty="0">
                  <a:solidFill>
                    <a:srgbClr val="808080"/>
                  </a:solidFill>
                  <a:effectLst/>
                  <a:latin typeface="Consolas" panose="020B0609020204030204" pitchFamily="49" charset="0"/>
                </a:rPr>
                <a:t>&lt;</a:t>
              </a:r>
              <a:r>
                <a:rPr lang="pt-BR" sz="1400" b="0" dirty="0" err="1">
                  <a:solidFill>
                    <a:srgbClr val="569CD6"/>
                  </a:solidFill>
                  <a:effectLst/>
                  <a:latin typeface="Consolas" panose="020B0609020204030204" pitchFamily="49" charset="0"/>
                </a:rPr>
                <a:t>div</a:t>
              </a:r>
              <a:r>
                <a:rPr lang="pt-BR" sz="1400" b="0" dirty="0">
                  <a:solidFill>
                    <a:srgbClr val="D4D4D4"/>
                  </a:solidFill>
                  <a:effectLst/>
                  <a:latin typeface="Consolas" panose="020B0609020204030204" pitchFamily="49" charset="0"/>
                </a:rPr>
                <a:t> </a:t>
              </a:r>
              <a:r>
                <a:rPr lang="pt-BR" sz="1400" b="0" dirty="0" err="1">
                  <a:solidFill>
                    <a:srgbClr val="9CDCFE"/>
                  </a:solidFill>
                  <a:effectLst/>
                  <a:latin typeface="Consolas" panose="020B0609020204030204" pitchFamily="49" charset="0"/>
                </a:rPr>
                <a:t>class</a:t>
              </a:r>
              <a:r>
                <a:rPr lang="pt-BR" sz="1400" b="0" dirty="0">
                  <a:solidFill>
                    <a:srgbClr val="D4D4D4"/>
                  </a:solidFill>
                  <a:effectLst/>
                  <a:latin typeface="Consolas" panose="020B0609020204030204" pitchFamily="49" charset="0"/>
                </a:rPr>
                <a:t>=</a:t>
              </a:r>
              <a:r>
                <a:rPr lang="pt-BR" sz="1400" b="0" dirty="0">
                  <a:solidFill>
                    <a:srgbClr val="CE9178"/>
                  </a:solidFill>
                  <a:effectLst/>
                  <a:latin typeface="Consolas" panose="020B0609020204030204" pitchFamily="49" charset="0"/>
                </a:rPr>
                <a:t>"col-6"</a:t>
              </a:r>
              <a:r>
                <a:rPr lang="pt-BR" sz="1400" b="0" dirty="0">
                  <a:solidFill>
                    <a:srgbClr val="808080"/>
                  </a:solidFill>
                  <a:effectLst/>
                  <a:latin typeface="Consolas" panose="020B0609020204030204" pitchFamily="49" charset="0"/>
                </a:rPr>
                <a:t>&gt;&lt;/</a:t>
              </a:r>
              <a:r>
                <a:rPr lang="pt-BR" sz="1400" b="0" dirty="0" err="1">
                  <a:solidFill>
                    <a:srgbClr val="569CD6"/>
                  </a:solidFill>
                  <a:effectLst/>
                  <a:latin typeface="Consolas" panose="020B0609020204030204" pitchFamily="49" charset="0"/>
                </a:rPr>
                <a:t>div</a:t>
              </a:r>
              <a:r>
                <a:rPr lang="pt-BR" sz="1400" b="0" dirty="0">
                  <a:solidFill>
                    <a:srgbClr val="808080"/>
                  </a:solidFill>
                  <a:effectLst/>
                  <a:latin typeface="Consolas" panose="020B0609020204030204" pitchFamily="49" charset="0"/>
                </a:rPr>
                <a:t>&gt;</a:t>
              </a:r>
              <a:endParaRPr lang="pt-BR" sz="1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endParaRPr>
            </a:p>
          </p:txBody>
        </p:sp>
        <p:sp>
          <p:nvSpPr>
            <p:cNvPr id="19" name="Retângulo 18">
              <a:extLst>
                <a:ext uri="{FF2B5EF4-FFF2-40B4-BE49-F238E27FC236}">
                  <a16:creationId xmlns:a16="http://schemas.microsoft.com/office/drawing/2014/main" id="{C019954E-7E77-385F-1BA3-2978A44FFB4A}"/>
                </a:ext>
              </a:extLst>
            </p:cNvPr>
            <p:cNvSpPr/>
            <p:nvPr/>
          </p:nvSpPr>
          <p:spPr>
            <a:xfrm>
              <a:off x="957943" y="2411558"/>
              <a:ext cx="4328160" cy="3066134"/>
            </a:xfrm>
            <a:prstGeom prst="rect">
              <a:avLst/>
            </a:prstGeom>
            <a:noFill/>
            <a:ln>
              <a:solidFill>
                <a:schemeClr val="accent5"/>
              </a:solidFill>
              <a:prstDash val="sysDot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</p:grpSp>
      <p:grpSp>
        <p:nvGrpSpPr>
          <p:cNvPr id="21" name="Agrupar 20">
            <a:extLst>
              <a:ext uri="{FF2B5EF4-FFF2-40B4-BE49-F238E27FC236}">
                <a16:creationId xmlns:a16="http://schemas.microsoft.com/office/drawing/2014/main" id="{F7C4D09F-B93B-3318-FE92-B634DA840564}"/>
              </a:ext>
            </a:extLst>
          </p:cNvPr>
          <p:cNvGrpSpPr/>
          <p:nvPr/>
        </p:nvGrpSpPr>
        <p:grpSpPr>
          <a:xfrm>
            <a:off x="5839097" y="2149428"/>
            <a:ext cx="4328160" cy="3328264"/>
            <a:chOff x="957943" y="2103350"/>
            <a:chExt cx="4328160" cy="3328264"/>
          </a:xfrm>
        </p:grpSpPr>
        <p:sp>
          <p:nvSpPr>
            <p:cNvPr id="22" name="CaixaDeTexto 21">
              <a:extLst>
                <a:ext uri="{FF2B5EF4-FFF2-40B4-BE49-F238E27FC236}">
                  <a16:creationId xmlns:a16="http://schemas.microsoft.com/office/drawing/2014/main" id="{40DA0C55-3E38-CECD-9984-0E719D70D123}"/>
                </a:ext>
              </a:extLst>
            </p:cNvPr>
            <p:cNvSpPr txBox="1"/>
            <p:nvPr/>
          </p:nvSpPr>
          <p:spPr>
            <a:xfrm>
              <a:off x="1375898" y="2103350"/>
              <a:ext cx="3361622" cy="27315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>
                <a:lnSpc>
                  <a:spcPts val="1425"/>
                </a:lnSpc>
                <a:buNone/>
              </a:pPr>
              <a:r>
                <a:rPr lang="pt-BR" sz="1400" b="0" dirty="0">
                  <a:solidFill>
                    <a:srgbClr val="808080"/>
                  </a:solidFill>
                  <a:effectLst/>
                  <a:latin typeface="Consolas" panose="020B0609020204030204" pitchFamily="49" charset="0"/>
                </a:rPr>
                <a:t>&lt;</a:t>
              </a:r>
              <a:r>
                <a:rPr lang="pt-BR" sz="1400" b="0" dirty="0" err="1">
                  <a:solidFill>
                    <a:srgbClr val="569CD6"/>
                  </a:solidFill>
                  <a:effectLst/>
                  <a:latin typeface="Consolas" panose="020B0609020204030204" pitchFamily="49" charset="0"/>
                </a:rPr>
                <a:t>div</a:t>
              </a:r>
              <a:r>
                <a:rPr lang="pt-BR" sz="1400" b="0" dirty="0">
                  <a:solidFill>
                    <a:srgbClr val="D4D4D4"/>
                  </a:solidFill>
                  <a:effectLst/>
                  <a:latin typeface="Consolas" panose="020B0609020204030204" pitchFamily="49" charset="0"/>
                </a:rPr>
                <a:t> </a:t>
              </a:r>
              <a:r>
                <a:rPr lang="pt-BR" sz="1400" b="0" dirty="0" err="1">
                  <a:solidFill>
                    <a:srgbClr val="9CDCFE"/>
                  </a:solidFill>
                  <a:effectLst/>
                  <a:latin typeface="Consolas" panose="020B0609020204030204" pitchFamily="49" charset="0"/>
                </a:rPr>
                <a:t>class</a:t>
              </a:r>
              <a:r>
                <a:rPr lang="pt-BR" sz="1400" b="0" dirty="0">
                  <a:solidFill>
                    <a:srgbClr val="D4D4D4"/>
                  </a:solidFill>
                  <a:effectLst/>
                  <a:latin typeface="Consolas" panose="020B0609020204030204" pitchFamily="49" charset="0"/>
                </a:rPr>
                <a:t>=</a:t>
              </a:r>
              <a:r>
                <a:rPr lang="pt-BR" sz="1400" b="0" dirty="0">
                  <a:solidFill>
                    <a:srgbClr val="CE9178"/>
                  </a:solidFill>
                  <a:effectLst/>
                  <a:latin typeface="Consolas" panose="020B0609020204030204" pitchFamily="49" charset="0"/>
                </a:rPr>
                <a:t>"col-6"</a:t>
              </a:r>
              <a:r>
                <a:rPr lang="pt-BR" sz="1400" b="0" dirty="0">
                  <a:solidFill>
                    <a:srgbClr val="808080"/>
                  </a:solidFill>
                  <a:effectLst/>
                  <a:latin typeface="Consolas" panose="020B0609020204030204" pitchFamily="49" charset="0"/>
                </a:rPr>
                <a:t>&gt;&lt;/</a:t>
              </a:r>
              <a:r>
                <a:rPr lang="pt-BR" sz="1400" b="0" dirty="0" err="1">
                  <a:solidFill>
                    <a:srgbClr val="569CD6"/>
                  </a:solidFill>
                  <a:effectLst/>
                  <a:latin typeface="Consolas" panose="020B0609020204030204" pitchFamily="49" charset="0"/>
                </a:rPr>
                <a:t>div</a:t>
              </a:r>
              <a:r>
                <a:rPr lang="pt-BR" sz="1400" b="0" dirty="0">
                  <a:solidFill>
                    <a:srgbClr val="808080"/>
                  </a:solidFill>
                  <a:effectLst/>
                  <a:latin typeface="Consolas" panose="020B0609020204030204" pitchFamily="49" charset="0"/>
                </a:rPr>
                <a:t>&gt;</a:t>
              </a:r>
              <a:endParaRPr lang="pt-BR" sz="1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endParaRPr>
            </a:p>
          </p:txBody>
        </p:sp>
        <p:sp>
          <p:nvSpPr>
            <p:cNvPr id="23" name="Retângulo 22">
              <a:extLst>
                <a:ext uri="{FF2B5EF4-FFF2-40B4-BE49-F238E27FC236}">
                  <a16:creationId xmlns:a16="http://schemas.microsoft.com/office/drawing/2014/main" id="{12238815-8F8F-058D-15CF-90A5D91E1552}"/>
                </a:ext>
              </a:extLst>
            </p:cNvPr>
            <p:cNvSpPr/>
            <p:nvPr/>
          </p:nvSpPr>
          <p:spPr>
            <a:xfrm>
              <a:off x="957943" y="2411558"/>
              <a:ext cx="4328160" cy="3020056"/>
            </a:xfrm>
            <a:prstGeom prst="rect">
              <a:avLst/>
            </a:prstGeom>
            <a:noFill/>
            <a:ln>
              <a:solidFill>
                <a:schemeClr val="accent5"/>
              </a:solidFill>
              <a:prstDash val="sysDot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</p:grpSp>
      <p:sp>
        <p:nvSpPr>
          <p:cNvPr id="24" name="Retângulo 23">
            <a:extLst>
              <a:ext uri="{FF2B5EF4-FFF2-40B4-BE49-F238E27FC236}">
                <a16:creationId xmlns:a16="http://schemas.microsoft.com/office/drawing/2014/main" id="{06BD15B9-0720-D196-9FEA-E88B0657EF72}"/>
              </a:ext>
            </a:extLst>
          </p:cNvPr>
          <p:cNvSpPr/>
          <p:nvPr/>
        </p:nvSpPr>
        <p:spPr>
          <a:xfrm>
            <a:off x="966651" y="2601554"/>
            <a:ext cx="3910149" cy="799939"/>
          </a:xfrm>
          <a:prstGeom prst="rect">
            <a:avLst/>
          </a:prstGeom>
          <a:noFill/>
          <a:ln w="28575">
            <a:solidFill>
              <a:srgbClr val="FFFF00"/>
            </a:solidFill>
            <a:prstDash val="lg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5" name="Retângulo 24">
            <a:extLst>
              <a:ext uri="{FF2B5EF4-FFF2-40B4-BE49-F238E27FC236}">
                <a16:creationId xmlns:a16="http://schemas.microsoft.com/office/drawing/2014/main" id="{BE5C7B2D-B1DC-6194-5E5E-6DED24AA0D3A}"/>
              </a:ext>
            </a:extLst>
          </p:cNvPr>
          <p:cNvSpPr/>
          <p:nvPr/>
        </p:nvSpPr>
        <p:spPr>
          <a:xfrm>
            <a:off x="966651" y="3795446"/>
            <a:ext cx="4093029" cy="898474"/>
          </a:xfrm>
          <a:prstGeom prst="rect">
            <a:avLst/>
          </a:prstGeom>
          <a:noFill/>
          <a:ln w="28575">
            <a:solidFill>
              <a:srgbClr val="FFFF00"/>
            </a:solidFill>
            <a:prstDash val="lg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6" name="Retângulo 25">
            <a:extLst>
              <a:ext uri="{FF2B5EF4-FFF2-40B4-BE49-F238E27FC236}">
                <a16:creationId xmlns:a16="http://schemas.microsoft.com/office/drawing/2014/main" id="{2A8CB9F0-67ED-24AB-973A-83F61E37D8D5}"/>
              </a:ext>
            </a:extLst>
          </p:cNvPr>
          <p:cNvSpPr/>
          <p:nvPr/>
        </p:nvSpPr>
        <p:spPr>
          <a:xfrm>
            <a:off x="966652" y="4846319"/>
            <a:ext cx="1767840" cy="561704"/>
          </a:xfrm>
          <a:prstGeom prst="rect">
            <a:avLst/>
          </a:prstGeom>
          <a:noFill/>
          <a:ln w="28575">
            <a:solidFill>
              <a:srgbClr val="FFFF00"/>
            </a:solidFill>
            <a:prstDash val="lg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530510776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112</TotalTime>
  <Words>16</Words>
  <Application>Microsoft Office PowerPoint</Application>
  <PresentationFormat>Widescreen</PresentationFormat>
  <Paragraphs>2</Paragraphs>
  <Slides>1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</vt:i4>
      </vt:variant>
    </vt:vector>
  </HeadingPairs>
  <TitlesOfParts>
    <vt:vector size="6" baseType="lpstr">
      <vt:lpstr>Aptos</vt:lpstr>
      <vt:lpstr>Aptos Display</vt:lpstr>
      <vt:lpstr>Arial</vt:lpstr>
      <vt:lpstr>Consolas</vt:lpstr>
      <vt:lpstr>Tema do Office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DULCE ROSARIO PINEIRO HERNANDEZ</dc:creator>
  <cp:lastModifiedBy>DULCE ROSARIO PINEIRO HERNANDEZ</cp:lastModifiedBy>
  <cp:revision>5</cp:revision>
  <dcterms:created xsi:type="dcterms:W3CDTF">2026-06-25T23:22:08Z</dcterms:created>
  <dcterms:modified xsi:type="dcterms:W3CDTF">2026-06-26T01:14:22Z</dcterms:modified>
</cp:coreProperties>
</file>